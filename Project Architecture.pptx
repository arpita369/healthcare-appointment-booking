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1:00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22186,'1372'0'0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1:15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24436,'0'3432'0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2:29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23992,'1398'0'0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2:52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1449 1 23897,'-1448'0'0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3:25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3:28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1 111 24575,'0'-4'0,"0"-6"0,0-6 0,0-4 0,0-3 0,4 2 0,1 5-8191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3:33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3:36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3:41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24248,'1346'0'0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5:42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0 419 24423,'0'5454'0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4:22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24012,'1397'0'0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4:31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23807,'1371'0'0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4:44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23892,'1473'-26'0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4:51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24176,'1449'0'0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8:55:03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24170,'1449'0'0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02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135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17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841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93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29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4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40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5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7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763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569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908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56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03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620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89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A697654-3E39-4AFE-84A8-D4A1153FA9DD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D2B04B5-9D6E-448A-AEB2-8592C5B89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86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2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" Type="http://schemas.openxmlformats.org/officeDocument/2006/relationships/image" Target="../media/image7.png"/><Relationship Id="rId21" Type="http://schemas.openxmlformats.org/officeDocument/2006/relationships/image" Target="../media/image15.png"/><Relationship Id="rId7" Type="http://schemas.openxmlformats.org/officeDocument/2006/relationships/image" Target="../media/image9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2" Type="http://schemas.openxmlformats.org/officeDocument/2006/relationships/customXml" Target="../ink/ink1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11.png"/><Relationship Id="rId24" Type="http://schemas.openxmlformats.org/officeDocument/2006/relationships/customXml" Target="../ink/ink13.xml"/><Relationship Id="rId5" Type="http://schemas.openxmlformats.org/officeDocument/2006/relationships/image" Target="../media/image8.png"/><Relationship Id="rId15" Type="http://schemas.openxmlformats.org/officeDocument/2006/relationships/customXml" Target="../ink/ink8.xml"/><Relationship Id="rId23" Type="http://schemas.openxmlformats.org/officeDocument/2006/relationships/image" Target="../media/image16.png"/><Relationship Id="rId10" Type="http://schemas.openxmlformats.org/officeDocument/2006/relationships/customXml" Target="../ink/ink5.xml"/><Relationship Id="rId19" Type="http://schemas.openxmlformats.org/officeDocument/2006/relationships/image" Target="../media/image14.png"/><Relationship Id="rId4" Type="http://schemas.openxmlformats.org/officeDocument/2006/relationships/customXml" Target="../ink/ink2.xml"/><Relationship Id="rId9" Type="http://schemas.openxmlformats.org/officeDocument/2006/relationships/image" Target="../media/image10.png"/><Relationship Id="rId14" Type="http://schemas.openxmlformats.org/officeDocument/2006/relationships/customXml" Target="../ink/ink7.xml"/><Relationship Id="rId22" Type="http://schemas.openxmlformats.org/officeDocument/2006/relationships/customXml" Target="../ink/ink12.xml"/><Relationship Id="rId27" Type="http://schemas.openxmlformats.org/officeDocument/2006/relationships/customXml" Target="../ink/ink15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71C564-1293-5FBA-1067-BCCB2FDF3655}"/>
              </a:ext>
            </a:extLst>
          </p:cNvPr>
          <p:cNvSpPr/>
          <p:nvPr/>
        </p:nvSpPr>
        <p:spPr>
          <a:xfrm>
            <a:off x="807720" y="2811018"/>
            <a:ext cx="1792224" cy="123596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USER</a:t>
            </a:r>
          </a:p>
          <a:p>
            <a:pPr algn="ctr"/>
            <a:r>
              <a:rPr lang="en-IN" dirty="0"/>
              <a:t>(Role based registration with common fields)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590EA3-978B-AEE3-ABA7-D919D547512F}"/>
              </a:ext>
            </a:extLst>
          </p:cNvPr>
          <p:cNvSpPr/>
          <p:nvPr/>
        </p:nvSpPr>
        <p:spPr>
          <a:xfrm>
            <a:off x="3038856" y="3058668"/>
            <a:ext cx="877824" cy="7406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USER</a:t>
            </a:r>
          </a:p>
          <a:p>
            <a:pPr algn="ctr"/>
            <a:r>
              <a:rPr lang="en-IN" dirty="0"/>
              <a:t>(Login)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297431-23F7-AABB-CDF1-1491DD5191C8}"/>
              </a:ext>
            </a:extLst>
          </p:cNvPr>
          <p:cNvSpPr/>
          <p:nvPr/>
        </p:nvSpPr>
        <p:spPr>
          <a:xfrm>
            <a:off x="3916680" y="1333500"/>
            <a:ext cx="1319784" cy="5227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DOCTOR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16291E-1F42-8C1F-3A8E-D25932D8CFA8}"/>
              </a:ext>
            </a:extLst>
          </p:cNvPr>
          <p:cNvSpPr/>
          <p:nvPr/>
        </p:nvSpPr>
        <p:spPr>
          <a:xfrm>
            <a:off x="6291072" y="752284"/>
            <a:ext cx="2459736" cy="37490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Update Profile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A64A9C7-8BEE-3429-7392-93BF26757C03}"/>
              </a:ext>
            </a:extLst>
          </p:cNvPr>
          <p:cNvSpPr/>
          <p:nvPr/>
        </p:nvSpPr>
        <p:spPr>
          <a:xfrm>
            <a:off x="2599944" y="3341370"/>
            <a:ext cx="438912" cy="17907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5C7C2A-CFF8-FB0F-A505-087E9427FBAA}"/>
              </a:ext>
            </a:extLst>
          </p:cNvPr>
          <p:cNvSpPr/>
          <p:nvPr/>
        </p:nvSpPr>
        <p:spPr>
          <a:xfrm>
            <a:off x="3916680" y="4981194"/>
            <a:ext cx="1319784" cy="5227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PATIENT</a:t>
            </a:r>
          </a:p>
        </p:txBody>
      </p:sp>
      <p:sp>
        <p:nvSpPr>
          <p:cNvPr id="25" name="Arrow: Bent 24">
            <a:extLst>
              <a:ext uri="{FF2B5EF4-FFF2-40B4-BE49-F238E27FC236}">
                <a16:creationId xmlns:a16="http://schemas.microsoft.com/office/drawing/2014/main" id="{88BA2EED-B451-A0C6-9EDA-54A48880331A}"/>
              </a:ext>
            </a:extLst>
          </p:cNvPr>
          <p:cNvSpPr/>
          <p:nvPr/>
        </p:nvSpPr>
        <p:spPr>
          <a:xfrm>
            <a:off x="3529584" y="1426464"/>
            <a:ext cx="387096" cy="1632204"/>
          </a:xfrm>
          <a:prstGeom prst="bentArrow">
            <a:avLst>
              <a:gd name="adj1" fmla="val 25000"/>
              <a:gd name="adj2" fmla="val 42442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D0D5FF23-F414-D509-BCC0-65F8FEF78A68}"/>
              </a:ext>
            </a:extLst>
          </p:cNvPr>
          <p:cNvSpPr/>
          <p:nvPr/>
        </p:nvSpPr>
        <p:spPr>
          <a:xfrm rot="10800000" flipH="1">
            <a:off x="3529584" y="3799332"/>
            <a:ext cx="387096" cy="1632204"/>
          </a:xfrm>
          <a:prstGeom prst="bentArrow">
            <a:avLst>
              <a:gd name="adj1" fmla="val 25000"/>
              <a:gd name="adj2" fmla="val 42442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2312975-1F2F-577E-8D15-C26A0B2DBCAF}"/>
              </a:ext>
            </a:extLst>
          </p:cNvPr>
          <p:cNvSpPr/>
          <p:nvPr/>
        </p:nvSpPr>
        <p:spPr>
          <a:xfrm>
            <a:off x="6291072" y="1269015"/>
            <a:ext cx="2459736" cy="37490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Set Unavailability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48B3469-BBDC-62BC-8F1A-6F373C00BB01}"/>
              </a:ext>
            </a:extLst>
          </p:cNvPr>
          <p:cNvSpPr/>
          <p:nvPr/>
        </p:nvSpPr>
        <p:spPr>
          <a:xfrm>
            <a:off x="6291072" y="4183632"/>
            <a:ext cx="2459736" cy="3749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Give Feedback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5D19992-F8E5-370D-E680-61B01A801E6D}"/>
              </a:ext>
            </a:extLst>
          </p:cNvPr>
          <p:cNvSpPr/>
          <p:nvPr/>
        </p:nvSpPr>
        <p:spPr>
          <a:xfrm>
            <a:off x="6291072" y="1785746"/>
            <a:ext cx="2459736" cy="83667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View Appointments (Today, Upcoming)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E688A15-A635-8BDC-5082-B4C9BAD272A4}"/>
              </a:ext>
            </a:extLst>
          </p:cNvPr>
          <p:cNvSpPr/>
          <p:nvPr/>
        </p:nvSpPr>
        <p:spPr>
          <a:xfrm>
            <a:off x="6300864" y="5278920"/>
            <a:ext cx="2459736" cy="8269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View Appointments (Today, Upcoming)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A45E540-45F6-98A1-540A-0BC652B44DE2}"/>
              </a:ext>
            </a:extLst>
          </p:cNvPr>
          <p:cNvSpPr/>
          <p:nvPr/>
        </p:nvSpPr>
        <p:spPr>
          <a:xfrm>
            <a:off x="6300288" y="4722099"/>
            <a:ext cx="2459736" cy="3749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Book Appointment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E6FAB38-434F-FA6E-6CC4-6FCC9355F6F5}"/>
              </a:ext>
            </a:extLst>
          </p:cNvPr>
          <p:cNvSpPr/>
          <p:nvPr/>
        </p:nvSpPr>
        <p:spPr>
          <a:xfrm>
            <a:off x="6291072" y="3634812"/>
            <a:ext cx="2459736" cy="3749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Update Profile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ED1C592-EA9F-1B2A-03BF-8203B11C1B92}"/>
                  </a:ext>
                </a:extLst>
              </p14:cNvPr>
              <p14:cNvContentPartPr/>
              <p14:nvPr/>
            </p14:nvContentPartPr>
            <p14:xfrm>
              <a:off x="5248224" y="1599624"/>
              <a:ext cx="494640" cy="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ED1C592-EA9F-1B2A-03BF-8203B11C1B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42104" y="1587384"/>
                <a:ext cx="506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290C235-4F30-8418-5607-913320AC70F3}"/>
                  </a:ext>
                </a:extLst>
              </p14:cNvPr>
              <p14:cNvContentPartPr/>
              <p14:nvPr/>
            </p14:nvContentPartPr>
            <p14:xfrm>
              <a:off x="5769864" y="996264"/>
              <a:ext cx="720" cy="12358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290C235-4F30-8418-5607-913320AC70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7624" y="990144"/>
                <a:ext cx="25200" cy="12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4F03859-D7BC-9039-E0C1-97B8A10ED7A9}"/>
                  </a:ext>
                </a:extLst>
              </p14:cNvPr>
              <p14:cNvContentPartPr/>
              <p14:nvPr/>
            </p14:nvContentPartPr>
            <p14:xfrm>
              <a:off x="5778864" y="2222064"/>
              <a:ext cx="503640" cy="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4F03859-D7BC-9039-E0C1-97B8A10ED7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72744" y="2209824"/>
                <a:ext cx="515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5E0791F-CC5F-A493-F0B3-12D9C99E6849}"/>
                  </a:ext>
                </a:extLst>
              </p14:cNvPr>
              <p14:cNvContentPartPr/>
              <p14:nvPr/>
            </p14:nvContentPartPr>
            <p14:xfrm>
              <a:off x="5769504" y="950544"/>
              <a:ext cx="521640" cy="7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5E0791F-CC5F-A493-F0B3-12D9C99E68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63384" y="938304"/>
                <a:ext cx="53388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D6F9B0D9-EEEB-FF42-89FA-05752763F71D}"/>
              </a:ext>
            </a:extLst>
          </p:cNvPr>
          <p:cNvGrpSpPr/>
          <p:nvPr/>
        </p:nvGrpSpPr>
        <p:grpSpPr>
          <a:xfrm>
            <a:off x="5769864" y="947664"/>
            <a:ext cx="3960" cy="40320"/>
            <a:chOff x="5769864" y="947664"/>
            <a:chExt cx="3960" cy="4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28DC910-EDAE-9E86-0193-5007C921E139}"/>
                    </a:ext>
                  </a:extLst>
                </p14:cNvPr>
                <p14:cNvContentPartPr/>
                <p14:nvPr/>
              </p14:nvContentPartPr>
              <p14:xfrm>
                <a:off x="5769864" y="987624"/>
                <a:ext cx="360" cy="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28DC910-EDAE-9E86-0193-5007C921E1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63744" y="98150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4A47599-E445-E757-2E84-9251006B6234}"/>
                    </a:ext>
                  </a:extLst>
                </p14:cNvPr>
                <p14:cNvContentPartPr/>
                <p14:nvPr/>
              </p14:nvContentPartPr>
              <p14:xfrm>
                <a:off x="5769864" y="947664"/>
                <a:ext cx="3960" cy="40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4A47599-E445-E757-2E84-9251006B623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63744" y="941544"/>
                  <a:ext cx="1620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07E2AF7-10A6-C02D-0376-044CED774C48}"/>
                  </a:ext>
                </a:extLst>
              </p14:cNvPr>
              <p14:cNvContentPartPr/>
              <p14:nvPr/>
            </p14:nvContentPartPr>
            <p14:xfrm>
              <a:off x="5760504" y="1590984"/>
              <a:ext cx="360" cy="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07E2AF7-10A6-C02D-0376-044CED774C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54384" y="158486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3724623-66D2-89D3-9964-041FD5B32FE8}"/>
                  </a:ext>
                </a:extLst>
              </p14:cNvPr>
              <p14:cNvContentPartPr/>
              <p14:nvPr/>
            </p14:nvContentPartPr>
            <p14:xfrm>
              <a:off x="5769864" y="1618344"/>
              <a:ext cx="360" cy="3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3724623-66D2-89D3-9964-041FD5B32F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63744" y="161222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ED24B80-4D06-AB27-4923-2FDA5F4098FE}"/>
                  </a:ext>
                </a:extLst>
              </p14:cNvPr>
              <p14:cNvContentPartPr/>
              <p14:nvPr/>
            </p14:nvContentPartPr>
            <p14:xfrm>
              <a:off x="5788224" y="1490544"/>
              <a:ext cx="484920" cy="7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ED24B80-4D06-AB27-4923-2FDA5F4098F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82104" y="1478304"/>
                <a:ext cx="497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BF260BE-38D4-5399-63F3-35B540E1FB76}"/>
                  </a:ext>
                </a:extLst>
              </p14:cNvPr>
              <p14:cNvContentPartPr/>
              <p14:nvPr/>
            </p14:nvContentPartPr>
            <p14:xfrm>
              <a:off x="5778864" y="3808224"/>
              <a:ext cx="720" cy="19638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BF260BE-38D4-5399-63F3-35B540E1FB7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66624" y="3802104"/>
                <a:ext cx="25200" cy="19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D3F952C-DB4D-4BE9-700E-460C0C19102A}"/>
                  </a:ext>
                </a:extLst>
              </p14:cNvPr>
              <p14:cNvContentPartPr/>
              <p14:nvPr/>
            </p14:nvContentPartPr>
            <p14:xfrm>
              <a:off x="5788224" y="3822264"/>
              <a:ext cx="503280" cy="7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D3F952C-DB4D-4BE9-700E-460C0C19102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82104" y="3810024"/>
                <a:ext cx="5155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B02DCC2-B4BF-9815-AB52-DB3A2A1E7311}"/>
                  </a:ext>
                </a:extLst>
              </p14:cNvPr>
              <p14:cNvContentPartPr/>
              <p14:nvPr/>
            </p14:nvContentPartPr>
            <p14:xfrm>
              <a:off x="5788224" y="4370544"/>
              <a:ext cx="493920" cy="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B02DCC2-B4BF-9815-AB52-DB3A2A1E731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82104" y="4358304"/>
                <a:ext cx="506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6B162AC-DBBA-8DB8-7DBD-E42EA529C5ED}"/>
                  </a:ext>
                </a:extLst>
              </p14:cNvPr>
              <p14:cNvContentPartPr/>
              <p14:nvPr/>
            </p14:nvContentPartPr>
            <p14:xfrm>
              <a:off x="5778864" y="4919184"/>
              <a:ext cx="530640" cy="97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6B162AC-DBBA-8DB8-7DBD-E42EA529C5E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72744" y="4913064"/>
                <a:ext cx="5428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502D037-0188-3377-3821-9225B4133941}"/>
                  </a:ext>
                </a:extLst>
              </p14:cNvPr>
              <p14:cNvContentPartPr/>
              <p14:nvPr/>
            </p14:nvContentPartPr>
            <p14:xfrm>
              <a:off x="5778864" y="5760504"/>
              <a:ext cx="522000" cy="7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502D037-0188-3377-3821-9225B413394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72744" y="5748264"/>
                <a:ext cx="5342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53B15C1-4B0C-A0D1-1B8B-4BA5F4777771}"/>
                  </a:ext>
                </a:extLst>
              </p14:cNvPr>
              <p14:cNvContentPartPr/>
              <p14:nvPr/>
            </p14:nvContentPartPr>
            <p14:xfrm>
              <a:off x="5248224" y="5257584"/>
              <a:ext cx="522000" cy="7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53B15C1-4B0C-A0D1-1B8B-4BA5F47777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42104" y="5245344"/>
                <a:ext cx="534240" cy="25200"/>
              </a:xfrm>
              <a:prstGeom prst="rect">
                <a:avLst/>
              </a:prstGeom>
            </p:spPr>
          </p:pic>
        </mc:Fallback>
      </mc:AlternateContent>
      <p:sp>
        <p:nvSpPr>
          <p:cNvPr id="81" name="Arrow: Curved Left 80">
            <a:extLst>
              <a:ext uri="{FF2B5EF4-FFF2-40B4-BE49-F238E27FC236}">
                <a16:creationId xmlns:a16="http://schemas.microsoft.com/office/drawing/2014/main" id="{B55C0E59-7F83-41C8-CA82-47641AA1EFF0}"/>
              </a:ext>
            </a:extLst>
          </p:cNvPr>
          <p:cNvSpPr/>
          <p:nvPr/>
        </p:nvSpPr>
        <p:spPr>
          <a:xfrm>
            <a:off x="8750808" y="1456467"/>
            <a:ext cx="683640" cy="3586448"/>
          </a:xfrm>
          <a:prstGeom prst="curved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5B91BF-6FC3-6C43-032B-34694CE90FD2}"/>
              </a:ext>
            </a:extLst>
          </p:cNvPr>
          <p:cNvSpPr txBox="1"/>
          <p:nvPr/>
        </p:nvSpPr>
        <p:spPr>
          <a:xfrm>
            <a:off x="9434448" y="2734056"/>
            <a:ext cx="1690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Automatically cancel</a:t>
            </a:r>
          </a:p>
        </p:txBody>
      </p:sp>
    </p:spTree>
    <p:extLst>
      <p:ext uri="{BB962C8B-B14F-4D97-AF65-F5344CB8AC3E}">
        <p14:creationId xmlns:p14="http://schemas.microsoft.com/office/powerpoint/2010/main" val="3608864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ava Spring Boot React Top Sellers | bellvalefarms.com">
            <a:extLst>
              <a:ext uri="{FF2B5EF4-FFF2-40B4-BE49-F238E27FC236}">
                <a16:creationId xmlns:a16="http://schemas.microsoft.com/office/drawing/2014/main" id="{687B43B1-274D-8D75-7D3E-8637724B9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67" b="95278" l="10000" r="90000">
                        <a14:foregroundMark x1="75078" y1="70972" x2="70469" y2="69028"/>
                        <a14:foregroundMark x1="70469" y1="69028" x2="67500" y2="70833"/>
                        <a14:foregroundMark x1="68594" y1="83472" x2="72500" y2="85278"/>
                        <a14:foregroundMark x1="72500" y1="85278" x2="74688" y2="84306"/>
                        <a14:foregroundMark x1="71094" y1="85417" x2="72109" y2="85833"/>
                        <a14:foregroundMark x1="71016" y1="84861" x2="71094" y2="85417"/>
                        <a14:foregroundMark x1="72500" y1="84583" x2="68281" y2="84444"/>
                        <a14:foregroundMark x1="68281" y1="84444" x2="67500" y2="84028"/>
                        <a14:foregroundMark x1="63125" y1="75000" x2="67422" y2="75972"/>
                        <a14:foregroundMark x1="31328" y1="41111" x2="32650" y2="46369"/>
                        <a14:foregroundMark x1="32297" y1="45695" x2="30938" y2="43194"/>
                        <a14:foregroundMark x1="32422" y1="45417" x2="30859" y2="38750"/>
                        <a14:foregroundMark x1="30859" y1="38750" x2="31641" y2="35000"/>
                        <a14:foregroundMark x1="30781" y1="39167" x2="30625" y2="24861"/>
                        <a14:foregroundMark x1="30625" y1="24861" x2="32109" y2="18333"/>
                        <a14:foregroundMark x1="32109" y1="18333" x2="34141" y2="17917"/>
                        <a14:foregroundMark x1="33203" y1="17778" x2="30156" y2="24167"/>
                        <a14:foregroundMark x1="30156" y1="24167" x2="30469" y2="25278"/>
                        <a14:foregroundMark x1="30469" y1="23333" x2="30391" y2="23194"/>
                        <a14:foregroundMark x1="32109" y1="17500" x2="30078" y2="24167"/>
                        <a14:foregroundMark x1="59688" y1="16111" x2="62500" y2="22083"/>
                        <a14:foregroundMark x1="62500" y1="22083" x2="62500" y2="31528"/>
                        <a14:foregroundMark x1="60156" y1="16806" x2="62734" y2="21667"/>
                        <a14:foregroundMark x1="62734" y1="21667" x2="60703" y2="16667"/>
                        <a14:foregroundMark x1="62578" y1="32361" x2="62109" y2="42917"/>
                        <a14:foregroundMark x1="62109" y1="42917" x2="60745" y2="46429"/>
                        <a14:foregroundMark x1="60751" y1="46429" x2="62578" y2="43750"/>
                        <a14:foregroundMark x1="62578" y1="43750" x2="62578" y2="36528"/>
                        <a14:foregroundMark x1="62578" y1="43194" x2="61102" y2="46436"/>
                        <a14:foregroundMark x1="61504" y1="46444" x2="62813" y2="44306"/>
                        <a14:foregroundMark x1="32571" y1="46367" x2="30938" y2="41528"/>
                        <a14:foregroundMark x1="30938" y1="41528" x2="30938" y2="39861"/>
                        <a14:foregroundMark x1="32203" y1="45931" x2="31094" y2="42361"/>
                        <a14:foregroundMark x1="33065" y1="46378" x2="31094" y2="43750"/>
                        <a14:foregroundMark x1="31664" y1="46347" x2="31172" y2="42361"/>
                        <a14:foregroundMark x1="31862" y1="46351" x2="30938" y2="41528"/>
                        <a14:foregroundMark x1="30547" y1="37639" x2="30547" y2="45139"/>
                        <a14:foregroundMark x1="30547" y1="45139" x2="31767" y2="46349"/>
                        <a14:foregroundMark x1="62052" y1="46269" x2="62734" y2="45417"/>
                        <a14:foregroundMark x1="59726" y1="49171" x2="62030" y2="46296"/>
                        <a14:foregroundMark x1="62734" y1="45417" x2="62969" y2="14583"/>
                        <a14:foregroundMark x1="62969" y1="14583" x2="61406" y2="6667"/>
                        <a14:foregroundMark x1="61443" y1="62529" x2="62578" y2="65556"/>
                        <a14:foregroundMark x1="62578" y1="65556" x2="62578" y2="68472"/>
                        <a14:foregroundMark x1="61702" y1="62574" x2="62891" y2="65417"/>
                        <a14:foregroundMark x1="61851" y1="62600" x2="62578" y2="65000"/>
                        <a14:foregroundMark x1="61922" y1="62612" x2="62344" y2="64861"/>
                        <a14:foregroundMark x1="62252" y1="61458" x2="62187" y2="65000"/>
                        <a14:foregroundMark x1="66484" y1="68194" x2="73828" y2="66250"/>
                        <a14:foregroundMark x1="73828" y1="66250" x2="77266" y2="70833"/>
                        <a14:foregroundMark x1="77266" y1="70833" x2="75938" y2="83611"/>
                        <a14:foregroundMark x1="75938" y1="83611" x2="74219" y2="89167"/>
                        <a14:foregroundMark x1="30999" y1="61671" x2="25469" y2="68056"/>
                        <a14:foregroundMark x1="25469" y1="68056" x2="10703" y2="70278"/>
                        <a14:foregroundMark x1="10703" y1="70278" x2="8516" y2="76667"/>
                        <a14:foregroundMark x1="8516" y1="76667" x2="12188" y2="94306"/>
                        <a14:foregroundMark x1="12188" y1="94306" x2="15156" y2="95278"/>
                        <a14:foregroundMark x1="30781" y1="63056" x2="34609" y2="59722"/>
                        <a14:foregroundMark x1="34609" y1="59722" x2="38897" y2="59108"/>
                        <a14:foregroundMark x1="30312" y1="62639" x2="34922" y2="59583"/>
                        <a14:foregroundMark x1="34922" y1="58889" x2="31016" y2="60972"/>
                        <a14:foregroundMark x1="31016" y1="60972" x2="30234" y2="62500"/>
                        <a14:foregroundMark x1="57755" y1="48404" x2="61094" y2="48750"/>
                        <a14:foregroundMark x1="37734" y1="58750" x2="42734" y2="58194"/>
                        <a14:foregroundMark x1="42734" y1="58194" x2="52812" y2="58472"/>
                        <a14:foregroundMark x1="52812" y1="58472" x2="56719" y2="58333"/>
                        <a14:foregroundMark x1="56719" y1="58333" x2="60938" y2="58472"/>
                        <a14:foregroundMark x1="60938" y1="58472" x2="62422" y2="61528"/>
                        <a14:foregroundMark x1="30469" y1="44722" x2="34141" y2="48889"/>
                        <a14:foregroundMark x1="34141" y1="48889" x2="43281" y2="49306"/>
                        <a14:foregroundMark x1="43281" y1="49306" x2="47188" y2="49167"/>
                        <a14:foregroundMark x1="47188" y1="49167" x2="52109" y2="49444"/>
                        <a14:foregroundMark x1="52109" y1="49444" x2="61094" y2="48472"/>
                        <a14:foregroundMark x1="61094" y1="48472" x2="63047" y2="43333"/>
                        <a14:backgroundMark x1="39620" y1="52674" x2="39750" y2="55620"/>
                        <a14:backgroundMark x1="53545" y1="55482" x2="53677" y2="52319"/>
                        <a14:backgroundMark x1="58333" y1="51679" x2="60340" y2="55439"/>
                        <a14:backgroundMark x1="31744" y1="50276" x2="28281" y2="53611"/>
                        <a14:backgroundMark x1="28281" y1="53611" x2="30509" y2="57797"/>
                        <a14:backgroundMark x1="63727" y1="58817" x2="66016" y2="54167"/>
                        <a14:backgroundMark x1="66016" y1="54167" x2="62813" y2="49444"/>
                        <a14:backgroundMark x1="62813" y1="49444" x2="61261" y2="49413"/>
                        <a14:backgroundMark x1="31447" y1="49939" x2="30156" y2="56250"/>
                        <a14:backgroundMark x1="30156" y1="56250" x2="34531" y2="55139"/>
                        <a14:backgroundMark x1="34531" y1="55139" x2="38705" y2="55932"/>
                        <a14:backgroundMark x1="63906" y1="58611" x2="65391" y2="51250"/>
                        <a14:backgroundMark x1="65391" y1="51250" x2="60703" y2="52778"/>
                        <a14:backgroundMark x1="60703" y1="52778" x2="58821" y2="51626"/>
                      </a14:backgroundRemoval>
                    </a14:imgEffect>
                    <a14:imgEffect>
                      <a14:sharpenSoften amount="25000"/>
                    </a14:imgEffect>
                    <a14:imgEffect>
                      <a14:colorTemperature colorTemp="53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4" t="15733" r="23351" b="7867"/>
          <a:stretch>
            <a:fillRect/>
          </a:stretch>
        </p:blipFill>
        <p:spPr bwMode="auto">
          <a:xfrm>
            <a:off x="1609344" y="832104"/>
            <a:ext cx="8567928" cy="529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FD82293F-FCB7-8B97-B382-3C8F4D534E8A}"/>
              </a:ext>
            </a:extLst>
          </p:cNvPr>
          <p:cNvSpPr/>
          <p:nvPr/>
        </p:nvSpPr>
        <p:spPr>
          <a:xfrm>
            <a:off x="5349240" y="2944368"/>
            <a:ext cx="271273" cy="969264"/>
          </a:xfrm>
          <a:prstGeom prst="down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27E395CC-B90E-F712-8AC7-8A745926E685}"/>
              </a:ext>
            </a:extLst>
          </p:cNvPr>
          <p:cNvSpPr/>
          <p:nvPr/>
        </p:nvSpPr>
        <p:spPr>
          <a:xfrm rot="10800000">
            <a:off x="7296912" y="2994660"/>
            <a:ext cx="271272" cy="969264"/>
          </a:xfrm>
          <a:prstGeom prst="down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145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2C351EB-85E0-F5F2-7C58-3F3064A8A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875" b="85000" l="22188" r="98125">
                        <a14:foregroundMark x1="21932" y1="56253" x2="19063" y2="64167"/>
                        <a14:foregroundMark x1="25964" y1="45133" x2="25730" y2="45777"/>
                        <a14:foregroundMark x1="30469" y1="32708" x2="30192" y2="33471"/>
                        <a14:foregroundMark x1="19063" y1="64167" x2="20000" y2="75000"/>
                        <a14:foregroundMark x1="20000" y1="75000" x2="26406" y2="82083"/>
                        <a14:foregroundMark x1="26406" y1="82083" x2="34375" y2="82708"/>
                        <a14:foregroundMark x1="34375" y1="82708" x2="63438" y2="82292"/>
                        <a14:foregroundMark x1="63667" y1="81692" x2="64234" y2="80208"/>
                        <a14:foregroundMark x1="63438" y1="82292" x2="63537" y2="82032"/>
                        <a14:foregroundMark x1="68731" y1="71141" x2="94375" y2="68542"/>
                        <a14:foregroundMark x1="94375" y1="68542" x2="99375" y2="57708"/>
                        <a14:foregroundMark x1="99375" y1="57708" x2="99063" y2="45833"/>
                        <a14:foregroundMark x1="99063" y1="45833" x2="93750" y2="35833"/>
                        <a14:foregroundMark x1="93750" y1="35833" x2="77813" y2="32708"/>
                        <a14:foregroundMark x1="77813" y1="32708" x2="32344" y2="32083"/>
                        <a14:foregroundMark x1="32344" y1="32083" x2="30118" y2="35860"/>
                        <a14:foregroundMark x1="21676" y1="56011" x2="20938" y2="57708"/>
                        <a14:foregroundMark x1="20938" y1="57708" x2="20938" y2="71042"/>
                        <a14:foregroundMark x1="20938" y1="71042" x2="25625" y2="82500"/>
                        <a14:foregroundMark x1="25625" y1="82500" x2="27344" y2="82708"/>
                        <a14:foregroundMark x1="22247" y1="56551" x2="20781" y2="66042"/>
                        <a14:foregroundMark x1="20781" y1="66042" x2="22188" y2="76667"/>
                        <a14:foregroundMark x1="22188" y1="76667" x2="22656" y2="77292"/>
                        <a14:foregroundMark x1="56406" y1="42917" x2="45469" y2="45833"/>
                        <a14:foregroundMark x1="45469" y1="45833" x2="33438" y2="78333"/>
                        <a14:foregroundMark x1="33438" y1="78333" x2="46094" y2="81875"/>
                        <a14:foregroundMark x1="46094" y1="81875" x2="53438" y2="76875"/>
                        <a14:foregroundMark x1="53438" y1="76875" x2="62656" y2="75208"/>
                        <a14:foregroundMark x1="62656" y1="75208" x2="64027" y2="75419"/>
                        <a14:foregroundMark x1="60156" y1="33125" x2="39375" y2="39167"/>
                        <a14:foregroundMark x1="39375" y1="39167" x2="50469" y2="50000"/>
                        <a14:foregroundMark x1="50469" y1="50000" x2="58125" y2="52708"/>
                        <a14:foregroundMark x1="58125" y1="52708" x2="34375" y2="58750"/>
                        <a14:foregroundMark x1="34375" y1="58750" x2="37344" y2="70417"/>
                        <a14:foregroundMark x1="37344" y1="70417" x2="49219" y2="78542"/>
                        <a14:foregroundMark x1="49219" y1="78542" x2="56875" y2="79375"/>
                        <a14:foregroundMark x1="64375" y1="32708" x2="32813" y2="36458"/>
                        <a14:foregroundMark x1="32813" y1="36458" x2="42656" y2="49167"/>
                        <a14:foregroundMark x1="42656" y1="49167" x2="70625" y2="54583"/>
                        <a14:foregroundMark x1="70625" y1="54583" x2="79375" y2="68333"/>
                        <a14:foregroundMark x1="79375" y1="68333" x2="98438" y2="64375"/>
                        <a14:foregroundMark x1="98438" y1="64375" x2="96406" y2="49583"/>
                        <a14:foregroundMark x1="96406" y1="49583" x2="90938" y2="42500"/>
                        <a14:foregroundMark x1="62187" y1="33333" x2="50938" y2="39167"/>
                        <a14:foregroundMark x1="50938" y1="39167" x2="60781" y2="45833"/>
                        <a14:foregroundMark x1="60781" y1="45833" x2="66094" y2="36042"/>
                        <a14:foregroundMark x1="66094" y1="36042" x2="60313" y2="35000"/>
                        <a14:foregroundMark x1="56406" y1="59583" x2="32656" y2="58958"/>
                        <a14:foregroundMark x1="32656" y1="58958" x2="36250" y2="73750"/>
                        <a14:foregroundMark x1="36250" y1="73750" x2="60000" y2="68125"/>
                        <a14:foregroundMark x1="60000" y1="68125" x2="59375" y2="52708"/>
                        <a14:foregroundMark x1="59375" y1="52708" x2="51563" y2="55625"/>
                        <a14:foregroundMark x1="51563" y1="55625" x2="48906" y2="60208"/>
                        <a14:foregroundMark x1="57813" y1="71667" x2="32188" y2="70000"/>
                        <a14:foregroundMark x1="32188" y1="70000" x2="36406" y2="86042"/>
                        <a14:foregroundMark x1="36406" y1="86042" x2="56406" y2="85000"/>
                        <a14:foregroundMark x1="56406" y1="85000" x2="63704" y2="79324"/>
                        <a14:foregroundMark x1="63733" y1="79018" x2="56406" y2="72708"/>
                        <a14:foregroundMark x1="56406" y1="72708" x2="55625" y2="72500"/>
                        <a14:foregroundMark x1="89688" y1="53958" x2="78594" y2="54375"/>
                        <a14:foregroundMark x1="78594" y1="54375" x2="82813" y2="64167"/>
                        <a14:foregroundMark x1="82813" y1="64167" x2="88594" y2="51875"/>
                        <a14:foregroundMark x1="96563" y1="43958" x2="98125" y2="61875"/>
                        <a14:foregroundMark x1="98125" y1="61875" x2="96406" y2="66875"/>
                        <a14:foregroundMark x1="32656" y1="36250" x2="26094" y2="42083"/>
                        <a14:foregroundMark x1="26094" y1="42083" x2="25781" y2="46458"/>
                        <a14:foregroundMark x1="51875" y1="36250" x2="45938" y2="44583"/>
                        <a14:foregroundMark x1="45938" y1="44583" x2="51406" y2="44792"/>
                        <a14:backgroundMark x1="25267" y1="40999" x2="25120" y2="41960"/>
                        <a14:backgroundMark x1="26563" y1="32500" x2="26049" y2="35871"/>
                        <a14:backgroundMark x1="23780" y1="46205" x2="19063" y2="53542"/>
                        <a14:backgroundMark x1="95469" y1="74167" x2="65938" y2="77292"/>
                        <a14:backgroundMark x1="65938" y1="77292" x2="85156" y2="79583"/>
                        <a14:backgroundMark x1="85156" y1="79583" x2="93750" y2="78750"/>
                        <a14:backgroundMark x1="93750" y1="78750" x2="95781" y2="74583"/>
                        <a14:backgroundMark x1="68906" y1="76875" x2="66563" y2="78958"/>
                        <a14:backgroundMark x1="69531" y1="76458" x2="66406" y2="79167"/>
                        <a14:backgroundMark x1="67813" y1="77083" x2="67188" y2="77917"/>
                        <a14:backgroundMark x1="67813" y1="80208" x2="67813" y2="80208"/>
                        <a14:backgroundMark x1="67813" y1="80208" x2="67500" y2="81250"/>
                        <a14:backgroundMark x1="70313" y1="76458" x2="70313" y2="76667"/>
                        <a14:backgroundMark x1="68594" y1="76667" x2="65938" y2="80417"/>
                        <a14:backgroundMark x1="65938" y1="80417" x2="66875" y2="78333"/>
                        <a14:backgroundMark x1="66875" y1="78333" x2="66094" y2="80208"/>
                        <a14:backgroundMark x1="74219" y1="75625" x2="65781" y2="75625"/>
                        <a14:backgroundMark x1="65781" y1="75625" x2="73125" y2="78958"/>
                        <a14:backgroundMark x1="73125" y1="78958" x2="74531" y2="76250"/>
                      </a14:backgroundRemoval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464" t="33333" b="17857"/>
          <a:stretch>
            <a:fillRect/>
          </a:stretch>
        </p:blipFill>
        <p:spPr bwMode="auto">
          <a:xfrm>
            <a:off x="1135380" y="905256"/>
            <a:ext cx="9921240" cy="504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6178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122</TotalTime>
  <Words>41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Shaw, Arpita (Cognizant)</dc:creator>
  <cp:lastModifiedBy>Shaw, Arpita (Cognizant)</cp:lastModifiedBy>
  <cp:revision>2</cp:revision>
  <dcterms:created xsi:type="dcterms:W3CDTF">2025-11-16T07:04:46Z</dcterms:created>
  <dcterms:modified xsi:type="dcterms:W3CDTF">2025-11-16T09:07:19Z</dcterms:modified>
</cp:coreProperties>
</file>